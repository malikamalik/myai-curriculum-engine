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6938" y="247650"/>
            <a:ext cx="12355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76250" y="1476375"/>
            <a:ext cx="32061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Veo 3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76250" y="2200275"/>
            <a:ext cx="31769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Mastery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6250" y="2924175"/>
            <a:ext cx="39833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0"/>
              </a:spcAft>
              <a:buNone/>
            </a:pPr>
            <a:r>
              <a:rPr lang="en-US" sz="12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of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3670846"/>
            <a:ext cx="988814" cy="377130"/>
          </a:xfrm>
          <a:prstGeom prst="roundRect">
            <a:avLst>
              <a:gd name="adj" fmla="val 16164"/>
            </a:avLst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3766096"/>
            <a:ext cx="6199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9364" y="3670846"/>
            <a:ext cx="974229" cy="377130"/>
          </a:xfrm>
          <a:prstGeom prst="roundRect">
            <a:avLst>
              <a:gd name="adj" fmla="val 16164"/>
            </a:avLst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69864" y="3766096"/>
            <a:ext cx="6050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802035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2085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professional prompting strategies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845915"/>
            <a:ext cx="4000500" cy="2533650"/>
          </a:xfrm>
          <a:prstGeom prst="roundRect">
            <a:avLst>
              <a:gd name="adj" fmla="val 2406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036415"/>
            <a:ext cx="476250" cy="476250"/>
          </a:xfrm>
          <a:prstGeom prst="roundRect">
            <a:avLst>
              <a:gd name="adj" fmla="val 128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3659" y="214119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66506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Prompting Framework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3007965"/>
            <a:ext cx="36195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essential prompting elements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background, action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style, audio, emotion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vs long prompts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1826865"/>
            <a:ext cx="4000500" cy="2571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1550" y="2036415"/>
            <a:ext cx="476250" cy="476250"/>
          </a:xfrm>
          <a:prstGeom prst="roundRect">
            <a:avLst>
              <a:gd name="adj" fmla="val 12800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3709" y="214119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1550" y="2665065"/>
            <a:ext cx="3653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Assistants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81550" y="3007965"/>
            <a:ext cx="35814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Whisk for style extraction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for prompt optimization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prompts from Flow TV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prompt templates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802035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02085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professional prompting strategies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826865"/>
            <a:ext cx="4000500" cy="25717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2036415"/>
            <a:ext cx="476250" cy="476250"/>
          </a:xfrm>
          <a:prstGeom prst="roundRect">
            <a:avLst>
              <a:gd name="adj" fmla="val 12800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2709" y="214119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2665065"/>
            <a:ext cx="3653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and Ingredients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0550" y="3007965"/>
            <a:ext cx="35814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to Video workflow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and last frame control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Ingredients for products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multiple inputs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1845915"/>
            <a:ext cx="4000500" cy="2533650"/>
          </a:xfrm>
          <a:prstGeom prst="roundRect">
            <a:avLst>
              <a:gd name="adj" fmla="val 2406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2036415"/>
            <a:ext cx="476250" cy="476250"/>
          </a:xfrm>
          <a:prstGeom prst="roundRect">
            <a:avLst>
              <a:gd name="adj" fmla="val 128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4659" y="214119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0" y="266506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and Audio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0" y="3007965"/>
            <a:ext cx="36195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camera movements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types and angles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and lip-sync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effects and ambient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34777"/>
            <a:ext cx="666750" cy="666750"/>
          </a:xfrm>
          <a:prstGeom prst="roundRect">
            <a:avLst>
              <a:gd name="adj" fmla="val 9143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493" y="981521"/>
            <a:ext cx="3026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844427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254002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2939802"/>
            <a:ext cx="409022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1500" y="3828752"/>
            <a:ext cx="485775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7 essential elements for professional video prompts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16130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391692"/>
            <a:ext cx="48091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Essential Prompt Elements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058442"/>
            <a:ext cx="1905000" cy="653207"/>
          </a:xfrm>
          <a:prstGeom prst="roundRect">
            <a:avLst>
              <a:gd name="adj" fmla="val 9332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172742"/>
            <a:ext cx="1632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Subject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2450753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appearance, clothing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381250" y="2058442"/>
            <a:ext cx="1905000" cy="653207"/>
          </a:xfrm>
          <a:prstGeom prst="roundRect">
            <a:avLst>
              <a:gd name="adj" fmla="val 9332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33650" y="2172742"/>
            <a:ext cx="1632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Background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33650" y="2450753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time, weather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381500" y="2058442"/>
            <a:ext cx="1905000" cy="653207"/>
          </a:xfrm>
          <a:prstGeom prst="roundRect">
            <a:avLst>
              <a:gd name="adj" fmla="val 9332"/>
            </a:avLst>
          </a:prstGeom>
          <a:solidFill>
            <a:srgbClr val="00CE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33900" y="2172742"/>
            <a:ext cx="1632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3900" y="2450753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Movement, behavior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381750" y="2039392"/>
            <a:ext cx="1905000" cy="691307"/>
          </a:xfrm>
          <a:prstGeom prst="roundRect">
            <a:avLst>
              <a:gd name="adj" fmla="val 8818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53200" y="2172742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Camera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53200" y="2450753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Angles, movements, shots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2825948"/>
            <a:ext cx="1905000" cy="691307"/>
          </a:xfrm>
          <a:prstGeom prst="roundRect">
            <a:avLst>
              <a:gd name="adj" fmla="val 8818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450" y="2959298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Style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2450" y="3237309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Cinematic, anime, Pixar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381250" y="2825948"/>
            <a:ext cx="1905000" cy="691307"/>
          </a:xfrm>
          <a:prstGeom prst="roundRect">
            <a:avLst>
              <a:gd name="adj" fmla="val 8818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52700" y="2959298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Audio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552700" y="3237309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Dialogue, sounds, music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81500" y="2844998"/>
            <a:ext cx="1905000" cy="653207"/>
          </a:xfrm>
          <a:prstGeom prst="roundRect">
            <a:avLst>
              <a:gd name="adj" fmla="val 933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3900" y="2959298"/>
            <a:ext cx="1632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Emotion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33900" y="3237309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Tone, mood, atmosphere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3898255"/>
            <a:ext cx="8382000" cy="350490"/>
          </a:xfrm>
          <a:prstGeom prst="roundRect">
            <a:avLst>
              <a:gd name="adj" fmla="val 17393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00050" y="3898255"/>
            <a:ext cx="0" cy="350490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" y="3993505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prompt needs all 7 elements - use what matters for your vision.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8013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1-2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81051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and Background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496318"/>
            <a:ext cx="4000500" cy="765721"/>
          </a:xfrm>
          <a:prstGeom prst="roundRect">
            <a:avLst>
              <a:gd name="adj" fmla="val 796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48718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Subject / Character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938189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or what is in your video - the main focus.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2873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917329"/>
            <a:ext cx="4000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gender, ethnicity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appearance details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and accessories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and emotion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1496318"/>
            <a:ext cx="4000500" cy="765721"/>
          </a:xfrm>
          <a:prstGeom prst="roundRect">
            <a:avLst>
              <a:gd name="adj" fmla="val 7961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1648718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Background / Setting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1938189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where and when of your scene.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52873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917329"/>
            <a:ext cx="4000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(city, forest, office)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 (golden hour, night)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and mood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441329"/>
            <a:ext cx="8382000" cy="598140"/>
          </a:xfrm>
          <a:prstGeom prst="roundRect">
            <a:avLst>
              <a:gd name="adj" fmla="val 1019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4574679"/>
            <a:ext cx="8277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4350" y="4746129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young woman with red hair and freckles, wearing a vintage dress, stands in a sunlit meadow at golden hour with wildflowers swaying in the breeze."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8013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3-4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81051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and Camera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496318"/>
            <a:ext cx="4000500" cy="765721"/>
          </a:xfrm>
          <a:prstGeom prst="roundRect">
            <a:avLst>
              <a:gd name="adj" fmla="val 7961"/>
            </a:avLst>
          </a:prstGeom>
          <a:solidFill>
            <a:srgbClr val="00CE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48718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Action / Movement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1938189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subject is doing in the scene.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2873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917329"/>
            <a:ext cx="4000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Walking, running, dancing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at camera, turning head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up an object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Gesturing, expressing emotion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1496318"/>
            <a:ext cx="4000500" cy="765721"/>
          </a:xfrm>
          <a:prstGeom prst="roundRect">
            <a:avLst>
              <a:gd name="adj" fmla="val 7961"/>
            </a:avLst>
          </a:prstGeom>
          <a:solidFill>
            <a:srgbClr val="00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1648718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Camera Direction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1938189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camera moves and frames the shot.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52873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Types: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917329"/>
            <a:ext cx="4000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Close-up, medium, wide shot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angle, high angle, eye level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Dolly in, pan left, orbit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POV, tracking shot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441329"/>
            <a:ext cx="8382000" cy="598140"/>
          </a:xfrm>
          <a:prstGeom prst="roundRect">
            <a:avLst>
              <a:gd name="adj" fmla="val 1019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4574679"/>
            <a:ext cx="8277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4350" y="4746129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"Camera slowly dollies in on a chef who is carefully plating a dish, focused and precise, with steam rising from the plate."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58403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5-7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788789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Style, Audio, Emotion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436489"/>
            <a:ext cx="2667000" cy="2341066"/>
          </a:xfrm>
          <a:prstGeom prst="roundRect">
            <a:avLst>
              <a:gd name="adj" fmla="val 2604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1607939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Style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2450" y="2049810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aesthetic and genre.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52450" y="2425005"/>
            <a:ext cx="23241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Cinematic, documentary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style, anime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Vintage, film noir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Hyperrealistic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81350" y="1455539"/>
            <a:ext cx="2667000" cy="2302966"/>
          </a:xfrm>
          <a:prstGeom prst="roundRect">
            <a:avLst>
              <a:gd name="adj" fmla="val 2647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3750" y="1607939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Audio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3750" y="2049810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design (Veo 3 only).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33750" y="2425005"/>
            <a:ext cx="23622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in quotes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Accents and voice tone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effects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background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81700" y="1455539"/>
            <a:ext cx="2667000" cy="2302966"/>
          </a:xfrm>
          <a:prstGeom prst="roundRect">
            <a:avLst>
              <a:gd name="adj" fmla="val 264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34100" y="1607939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Emotion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34100" y="2049810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tone and feeling.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134100" y="2425005"/>
            <a:ext cx="23622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Dramatic, suspenseful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Joyful, heartwarming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Mysterious, eerie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Peaceful, serene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1000" y="4158555"/>
            <a:ext cx="8382000" cy="693241"/>
          </a:xfrm>
          <a:prstGeom prst="roundRect">
            <a:avLst>
              <a:gd name="adj" fmla="val 879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4272855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5300" y="4444305"/>
            <a:ext cx="831646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"Cinematic close-up of a detective in a dark alley at night. He lights a cigarette and says 'This city never sleeps.' Film noir style, mysterious atmosphere, jazz playing softly in background."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33647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GUIDE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566863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Movements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214563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309813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2502098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moves toward/away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81250" y="2214563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14600" y="2309813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14600" y="2502098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left or right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1500" y="2214563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14850" y="2309813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514850" y="2502098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up or down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81750" y="2214563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15100" y="2309813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515100" y="2502098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sideways parallel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2825948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4350" y="2921198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14350" y="3113484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Circles around subject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381250" y="2825948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14600" y="2921198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Jib/Crane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514600" y="3113484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up or down vertically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81500" y="2825948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14850" y="2921198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14850" y="3113484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 focal length change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81750" y="2825948"/>
            <a:ext cx="1905000" cy="516136"/>
          </a:xfrm>
          <a:prstGeom prst="roundRect">
            <a:avLst>
              <a:gd name="adj" fmla="val 1181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15100" y="2921198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515100" y="3113484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Point-of-view shot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1000" y="3723084"/>
            <a:ext cx="8382000" cy="350490"/>
          </a:xfrm>
          <a:prstGeom prst="roundRect">
            <a:avLst>
              <a:gd name="adj" fmla="val 17393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3723084"/>
            <a:ext cx="0" cy="350490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" y="3818334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terms directly in your prompts: "Camera slowly dollies in" or "Orbit shot around the subject"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42994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GUIDE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660327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Types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346127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Distance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780407"/>
            <a:ext cx="1238250" cy="418951"/>
          </a:xfrm>
          <a:prstGeom prst="roundRect">
            <a:avLst>
              <a:gd name="adj" fmla="val 1455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856607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5300" y="3003203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Eyes, lips, details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695450" y="2780407"/>
            <a:ext cx="1238250" cy="418951"/>
          </a:xfrm>
          <a:prstGeom prst="roundRect">
            <a:avLst>
              <a:gd name="adj" fmla="val 14551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09750" y="2856607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809750" y="3003203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fills frame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009900" y="2780407"/>
            <a:ext cx="1238250" cy="418951"/>
          </a:xfrm>
          <a:prstGeom prst="roundRect">
            <a:avLst>
              <a:gd name="adj" fmla="val 14551"/>
            </a:avLst>
          </a:prstGeom>
          <a:solidFill>
            <a:srgbClr val="00CE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24200" y="2856607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24200" y="3003203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 up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427958"/>
            <a:ext cx="1905000" cy="438001"/>
          </a:xfrm>
          <a:prstGeom prst="roundRect">
            <a:avLst>
              <a:gd name="adj" fmla="val 13918"/>
            </a:avLst>
          </a:prstGeom>
          <a:solidFill>
            <a:srgbClr val="F0FAFA"/>
          </a:solidFill>
          <a:ln w="9525">
            <a:solidFill>
              <a:srgbClr val="C8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13683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Shot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660279"/>
            <a:ext cx="16904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body with environment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362200" y="3427958"/>
            <a:ext cx="1905000" cy="438001"/>
          </a:xfrm>
          <a:prstGeom prst="roundRect">
            <a:avLst>
              <a:gd name="adj" fmla="val 13918"/>
            </a:avLst>
          </a:prstGeom>
          <a:solidFill>
            <a:srgbClr val="F0FAFA"/>
          </a:solidFill>
          <a:ln w="9525">
            <a:solidFill>
              <a:srgbClr val="C8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6025" y="3513683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Wide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486025" y="3660279"/>
            <a:ext cx="16904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small in scene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533900" y="2393603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Angle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3900" y="2837408"/>
            <a:ext cx="1238250" cy="418951"/>
          </a:xfrm>
          <a:prstGeom prst="roundRect">
            <a:avLst>
              <a:gd name="adj" fmla="val 1455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8200" y="2913608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Angle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48200" y="3060204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up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848350" y="2827883"/>
            <a:ext cx="1238250" cy="438001"/>
          </a:xfrm>
          <a:prstGeom prst="roundRect">
            <a:avLst>
              <a:gd name="adj" fmla="val 13918"/>
            </a:avLst>
          </a:prstGeom>
          <a:solidFill>
            <a:srgbClr val="F0FAFA"/>
          </a:solidFill>
          <a:ln w="9525">
            <a:solidFill>
              <a:srgbClr val="C8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72175" y="2913608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972175" y="306020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view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162800" y="2837408"/>
            <a:ext cx="1238250" cy="418951"/>
          </a:xfrm>
          <a:prstGeom prst="roundRect">
            <a:avLst>
              <a:gd name="adj" fmla="val 1455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277100" y="2913608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Angle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7277100" y="3060204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down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533900" y="3494484"/>
            <a:ext cx="4000500" cy="323850"/>
          </a:xfrm>
          <a:prstGeom prst="roundRect">
            <a:avLst>
              <a:gd name="adj" fmla="val 18824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52950" y="3494484"/>
            <a:ext cx="0" cy="323850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5350" y="3589734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angles make subjects look powerful. High angles make them look vulnerable.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54732"/>
            <a:ext cx="666750" cy="666750"/>
          </a:xfrm>
          <a:prstGeom prst="roundRect">
            <a:avLst>
              <a:gd name="adj" fmla="val 9143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493" y="1101477"/>
            <a:ext cx="3026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964382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373957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3059757"/>
            <a:ext cx="409022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1500" y="3948708"/>
            <a:ext cx="48577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Whisk, Gemini, and Flow TV to write better prompts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77063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00101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Whisk for Styles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686818"/>
            <a:ext cx="3810000" cy="937171"/>
          </a:xfrm>
          <a:prstGeom prst="roundRect">
            <a:avLst>
              <a:gd name="adj" fmla="val 6505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839218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Whisk?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128689"/>
            <a:ext cx="357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image analysis tool that extracts style descriptions from any image.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909739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344019"/>
            <a:ext cx="38100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any image to Whisk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detailed style description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description to your Veo prompt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that exact aesthetic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19600" y="1768673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Cases: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19600" y="2202954"/>
            <a:ext cx="41910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33900" y="231725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unknown art styles from reference images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19600" y="2820144"/>
            <a:ext cx="41910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33900" y="293444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precise color palette descriptions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19600" y="3437334"/>
            <a:ext cx="41910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33900" y="355163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lighting and mood terminology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9600" y="4054525"/>
            <a:ext cx="41910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33900" y="4168825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look of your favorite films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927795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158180"/>
            <a:ext cx="43428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Gemini for Prompts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138363"/>
            <a:ext cx="4191000" cy="937171"/>
          </a:xfrm>
          <a:prstGeom prst="roundRect">
            <a:avLst>
              <a:gd name="adj" fmla="val 6505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290763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Gemini to Write Prompts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580233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understands Veo's prompt structure and can generate optimized prompts for you.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3361283"/>
            <a:ext cx="4191000" cy="712291"/>
          </a:xfrm>
          <a:prstGeom prst="roundRect">
            <a:avLst>
              <a:gd name="adj" fmla="val 855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3475583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REQUEST: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5300" y="3666083"/>
            <a:ext cx="404164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Veo 3 prompt for a dramatic scene of a knight in a medieval castle. Include camera movement and dialogue."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00600" y="1843980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278261"/>
            <a:ext cx="38100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Gemini to use all 7 elements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if you want Veo 2 or Veo 3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multiple prompt variations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specific camera movements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style references you like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0" y="4030861"/>
            <a:ext cx="3810000" cy="337096"/>
          </a:xfrm>
          <a:prstGeom prst="roundRect">
            <a:avLst>
              <a:gd name="adj" fmla="val 18084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19650" y="4030861"/>
            <a:ext cx="0" cy="337096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3950" y="4126111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is built into Flow - prompts are automatically enhanced!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2969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RESOURCE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860078"/>
            <a:ext cx="4702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Prompts from Flow TV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201317"/>
            <a:ext cx="2667000" cy="1809452"/>
          </a:xfrm>
          <a:prstGeom prst="roundRect">
            <a:avLst>
              <a:gd name="adj" fmla="val 336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2391817"/>
            <a:ext cx="233172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85207"/>
            <a:ext cx="23317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TV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7078"/>
            <a:ext cx="2331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community creations and see the prompts that made them.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38500" y="1545878"/>
            <a:ext cx="52463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Learn from Others: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38500" y="1999208"/>
            <a:ext cx="5143500" cy="495300"/>
          </a:xfrm>
          <a:prstGeom prst="roundRect">
            <a:avLst>
              <a:gd name="adj" fmla="val 1230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2800" y="2113508"/>
            <a:ext cx="266700" cy="266700"/>
          </a:xfrm>
          <a:prstGeom prst="roundRect">
            <a:avLst>
              <a:gd name="adj" fmla="val 57085714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54301" y="216678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33800" y="2166789"/>
            <a:ext cx="18120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Flow TV for videos you like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38500" y="2723108"/>
            <a:ext cx="5143500" cy="495300"/>
          </a:xfrm>
          <a:prstGeom prst="roundRect">
            <a:avLst>
              <a:gd name="adj" fmla="val 1230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52800" y="2837408"/>
            <a:ext cx="266700" cy="266700"/>
          </a:xfrm>
          <a:prstGeom prst="roundRect">
            <a:avLst>
              <a:gd name="adj" fmla="val 57085714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54301" y="289068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33800" y="2890689"/>
            <a:ext cx="16458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view the original 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8500" y="3447008"/>
            <a:ext cx="5143500" cy="495300"/>
          </a:xfrm>
          <a:prstGeom prst="roundRect">
            <a:avLst>
              <a:gd name="adj" fmla="val 1230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52800" y="3561308"/>
            <a:ext cx="266700" cy="266700"/>
          </a:xfrm>
          <a:prstGeom prst="roundRect">
            <a:avLst>
              <a:gd name="adj" fmla="val 57085714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54301" y="361458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33800" y="3614589"/>
            <a:ext cx="1769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and modify for your own 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38500" y="4170908"/>
            <a:ext cx="5143500" cy="495300"/>
          </a:xfrm>
          <a:prstGeom prst="roundRect">
            <a:avLst>
              <a:gd name="adj" fmla="val 12308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2800" y="4285208"/>
            <a:ext cx="266700" cy="266700"/>
          </a:xfrm>
          <a:prstGeom prst="roundRect">
            <a:avLst>
              <a:gd name="adj" fmla="val 5708571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54301" y="433848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3800" y="4338489"/>
            <a:ext cx="17431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prompt template library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54732"/>
            <a:ext cx="666750" cy="666750"/>
          </a:xfrm>
          <a:prstGeom prst="roundRect">
            <a:avLst>
              <a:gd name="adj" fmla="val 9143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493" y="1101477"/>
            <a:ext cx="3026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964382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373957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and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3059757"/>
            <a:ext cx="409022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1500" y="3948708"/>
            <a:ext cx="48577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input methods for greater creative control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85263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METHOD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083022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to Video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772543"/>
            <a:ext cx="4000500" cy="765721"/>
          </a:xfrm>
          <a:prstGeom prst="roundRect">
            <a:avLst>
              <a:gd name="adj" fmla="val 796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24943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Reference Images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214414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starting and/or ending frames to guide your video generation.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824014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Options: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258294"/>
            <a:ext cx="4000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frame only - sets starting point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frame only - defines destination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frames - morphs between images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works with Veo 3 and audio!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0100" y="1768822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Cases: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0100" y="220310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4400" y="231740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historical photos to life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0100" y="282029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4400" y="293459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Animating your own portraits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0100" y="343748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4400" y="355178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transitions between scenes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0100" y="405467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4400" y="416897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visual consistency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85263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METHOD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083022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Ingredients to Video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326035"/>
            <a:ext cx="4000500" cy="937171"/>
          </a:xfrm>
          <a:prstGeom prst="roundRect">
            <a:avLst>
              <a:gd name="adj" fmla="val 6505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478435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Consistent Elements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767905"/>
            <a:ext cx="37696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objects, products, or characters to appear consistently across generations.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3548955"/>
            <a:ext cx="4000500" cy="337096"/>
          </a:xfrm>
          <a:prstGeom prst="roundRect">
            <a:avLst>
              <a:gd name="adj" fmla="val 18084"/>
            </a:avLst>
          </a:prstGeom>
          <a:solidFill>
            <a:srgbClr val="FF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548955"/>
            <a:ext cx="0" cy="33709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364420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Google AI Ultra subscription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10100" y="1768822"/>
            <a:ext cx="4080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0100" y="220310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24400" y="231740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placement in videos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0100" y="282029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24400" y="293459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content and commercials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0100" y="343748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4400" y="355178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consistency across scenes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0100" y="4054673"/>
            <a:ext cx="40005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24400" y="4168973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multiple elements in one scene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54732"/>
            <a:ext cx="666750" cy="666750"/>
          </a:xfrm>
          <a:prstGeom prst="roundRect">
            <a:avLst>
              <a:gd name="adj" fmla="val 9143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493" y="1101477"/>
            <a:ext cx="3026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964382"/>
            <a:ext cx="7620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373957"/>
            <a:ext cx="409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3059757"/>
            <a:ext cx="409022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1500" y="3948708"/>
            <a:ext cx="48577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dialogue, sound effects, and ambient audio with Veo 3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019324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ELEMENT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24971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and Lip-Sync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935510"/>
            <a:ext cx="4191000" cy="739080"/>
          </a:xfrm>
          <a:prstGeom prst="roundRect">
            <a:avLst>
              <a:gd name="adj" fmla="val 8248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8791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Lip-Sync Formula: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350740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CE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Character [description] says: "Dialogue here"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960340"/>
            <a:ext cx="4191000" cy="712291"/>
          </a:xfrm>
          <a:prstGeom prst="roundRect">
            <a:avLst>
              <a:gd name="adj" fmla="val 855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3074640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5300" y="3265140"/>
            <a:ext cx="404164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"Sarah [30s, business attire, red hair] looks at camera and says: 'Our results exceeded expectations.'"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939332"/>
            <a:ext cx="4191000" cy="337096"/>
          </a:xfrm>
          <a:prstGeom prst="roundRect">
            <a:avLst>
              <a:gd name="adj" fmla="val 18084"/>
            </a:avLst>
          </a:prstGeom>
          <a:solidFill>
            <a:srgbClr val="FF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939332"/>
            <a:ext cx="0" cy="33709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4034582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dialogue to 6-12 words for best lip-sync results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2249835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Modifiers: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684115"/>
            <a:ext cx="857548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4900" y="2760315"/>
            <a:ext cx="641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accent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34348" y="2684115"/>
            <a:ext cx="764381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8648" y="2760315"/>
            <a:ext cx="546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Irish accent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574929" y="2684115"/>
            <a:ext cx="752921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89229" y="2760315"/>
            <a:ext cx="5348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voice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404050" y="2684115"/>
            <a:ext cx="805160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18350" y="2760315"/>
            <a:ext cx="5880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whisper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00600" y="3059311"/>
            <a:ext cx="805309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4900" y="3135511"/>
            <a:ext cx="5882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 tone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682109" y="3059311"/>
            <a:ext cx="857548" cy="298996"/>
          </a:xfrm>
          <a:prstGeom prst="roundRect">
            <a:avLst>
              <a:gd name="adj" fmla="val 20388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96409" y="3135511"/>
            <a:ext cx="641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manner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00600" y="3625007"/>
            <a:ext cx="3810000" cy="337096"/>
          </a:xfrm>
          <a:prstGeom prst="roundRect">
            <a:avLst>
              <a:gd name="adj" fmla="val 18084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819650" y="3625007"/>
            <a:ext cx="0" cy="337096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3950" y="3720257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must be visible in scene for lip-sync to work properly.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6972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ELEMENTS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900113"/>
            <a:ext cx="4556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Effects and Ambient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585913"/>
            <a:ext cx="4000500" cy="3173611"/>
          </a:xfrm>
          <a:prstGeom prst="roundRect">
            <a:avLst>
              <a:gd name="adj" fmla="val 1921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776413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Effects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256383"/>
            <a:ext cx="3691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specific sounds that match actions in your scene.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694533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3083123"/>
            <a:ext cx="36195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"footsteps on gravel"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"door creaks open"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"thunder rumbles"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"glass shatters"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 engine revving"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1585913"/>
            <a:ext cx="4000500" cy="3173611"/>
          </a:xfrm>
          <a:prstGeom prst="roundRect">
            <a:avLst>
              <a:gd name="adj" fmla="val 1921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1776413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Audio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0" y="2256383"/>
            <a:ext cx="3691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sounds that set the mood and environment.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0" y="2694533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0" y="3083123"/>
            <a:ext cx="36195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"busy city sounds"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"quiet forest ambiance"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"soft rain falling"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"ocean waves crashing"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"cafe background chatter"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20312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STYLES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433513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Experiments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100263"/>
            <a:ext cx="1905000" cy="929580"/>
          </a:xfrm>
          <a:prstGeom prst="roundRect">
            <a:avLst>
              <a:gd name="adj" fmla="val 6558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233613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4350" y="2629793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Film-like quality with depth of field and professional lighting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00300" y="2100263"/>
            <a:ext cx="1905000" cy="929580"/>
          </a:xfrm>
          <a:prstGeom prst="roundRect">
            <a:avLst>
              <a:gd name="adj" fmla="val 6558"/>
            </a:avLst>
          </a:prstGeom>
          <a:solidFill>
            <a:srgbClr val="00A5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33650" y="2233613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Style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33650" y="2629793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animation with expressive characters and vibrant colors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419600" y="2100263"/>
            <a:ext cx="1905000" cy="929580"/>
          </a:xfrm>
          <a:prstGeom prst="roundRect">
            <a:avLst>
              <a:gd name="adj" fmla="val 6558"/>
            </a:avLst>
          </a:prstGeom>
          <a:solidFill>
            <a:srgbClr val="00CED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52950" y="2233613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52950" y="2629793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animation style with distinctive character designs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38900" y="2081212"/>
            <a:ext cx="1905000" cy="967680"/>
          </a:xfrm>
          <a:prstGeom prst="roundRect">
            <a:avLst>
              <a:gd name="adj" fmla="val 6300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91300" y="2233613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91300" y="2629793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footage style with natural lighting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163193"/>
            <a:ext cx="1905000" cy="967680"/>
          </a:xfrm>
          <a:prstGeom prst="roundRect">
            <a:avLst>
              <a:gd name="adj" fmla="val 6300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3315593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Noir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3400" y="3711773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 black and white with dramatic shadows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00300" y="3163193"/>
            <a:ext cx="1905000" cy="967680"/>
          </a:xfrm>
          <a:prstGeom prst="roundRect">
            <a:avLst>
              <a:gd name="adj" fmla="val 6300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52700" y="3315593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52700" y="3711773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film look with grain and muted colors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19600" y="3182243"/>
            <a:ext cx="1905000" cy="929580"/>
          </a:xfrm>
          <a:prstGeom prst="roundRect">
            <a:avLst>
              <a:gd name="adj" fmla="val 6558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52950" y="3315593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Cutout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52950" y="3711773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craft-style animation like South Park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38900" y="3182243"/>
            <a:ext cx="1905000" cy="929580"/>
          </a:xfrm>
          <a:prstGeom prst="roundRect">
            <a:avLst>
              <a:gd name="adj" fmla="val 655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72250" y="3315593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Hyperrealistic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72250" y="3711773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detail indistinguishable from real footage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09269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323082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008882"/>
            <a:ext cx="2667000" cy="1653183"/>
          </a:xfrm>
          <a:prstGeom prst="roundRect">
            <a:avLst>
              <a:gd name="adj" fmla="val 3687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2180332"/>
            <a:ext cx="23705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52450" y="2782193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Element Framework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3197423"/>
            <a:ext cx="23705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background, action, camera, style, audio, emotion - use what you need.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00400" y="2008882"/>
            <a:ext cx="2667000" cy="1653183"/>
          </a:xfrm>
          <a:prstGeom prst="roundRect">
            <a:avLst>
              <a:gd name="adj" fmla="val 3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1850" y="2180332"/>
            <a:ext cx="23705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C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71850" y="2782193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 Help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1850" y="3197423"/>
            <a:ext cx="23705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Whisk, Gemini, and Flow TV to write better prompts faster.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19800" y="2008882"/>
            <a:ext cx="2667000" cy="1653183"/>
          </a:xfrm>
          <a:prstGeom prst="roundRect">
            <a:avLst>
              <a:gd name="adj" fmla="val 3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0" y="2180332"/>
            <a:ext cx="23705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C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191250" y="2782193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is Powerful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1250" y="3197423"/>
            <a:ext cx="23705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Dialogue, sound effects, and ambient audio bring scenes to life in Veo 3.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4004965"/>
            <a:ext cx="8382000" cy="388590"/>
          </a:xfrm>
          <a:prstGeom prst="roundRect">
            <a:avLst>
              <a:gd name="adj" fmla="val 15687"/>
            </a:avLst>
          </a:prstGeom>
          <a:solidFill>
            <a:srgbClr val="F0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004965"/>
            <a:ext cx="0" cy="388590"/>
          </a:xfrm>
          <a:prstGeom prst="line">
            <a:avLst/>
          </a:prstGeom>
          <a:noFill/>
          <a:ln w="38100">
            <a:solidFill>
              <a:srgbClr val="00CE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4119265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lesson: Scene Builder and character consistency for complete narratives.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144884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67922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Activity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385120"/>
            <a:ext cx="4191000" cy="1575197"/>
          </a:xfrm>
          <a:prstGeom prst="roundRect">
            <a:avLst>
              <a:gd name="adj" fmla="val 3870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575620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7-Element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3036540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cinematic video including: subject, background, action, camera, style, audio, and emotion.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362322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Fast mode to iterate quickly before final render.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00600" y="2365028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2799308"/>
            <a:ext cx="381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elements included in prompt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matches your vision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syncs with visuals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moves as directed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7071" y="247650"/>
            <a:ext cx="1123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94208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172468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915418"/>
            <a:ext cx="4000500" cy="2381101"/>
          </a:xfrm>
          <a:prstGeom prst="roundRect">
            <a:avLst>
              <a:gd name="adj" fmla="val 25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208686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2450" y="2456408"/>
            <a:ext cx="37307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Prompting Mastery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2450" y="2943969"/>
            <a:ext cx="36576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7-element framework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assistants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and ingredients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prompting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1896368"/>
            <a:ext cx="4000500" cy="2419201"/>
          </a:xfrm>
          <a:prstGeom prst="roundRect">
            <a:avLst>
              <a:gd name="adj" fmla="val 2520"/>
            </a:avLst>
          </a:prstGeom>
          <a:solidFill>
            <a:srgbClr val="F0FAFA"/>
          </a:solidFill>
          <a:ln w="19050">
            <a:solidFill>
              <a:srgbClr val="00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0" y="2086868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0" y="2456408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Scene Building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0" y="2943969"/>
            <a:ext cx="36195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Multi-shot scenes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consistency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vs Jump To modes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narratives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6938" y="247650"/>
            <a:ext cx="12355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C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cademy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76250" y="1596479"/>
            <a:ext cx="43039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Learning :)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76250" y="2396579"/>
            <a:ext cx="83553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the prompting skills to create cinematic AI videos.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3169890"/>
            <a:ext cx="1530102" cy="377130"/>
          </a:xfrm>
          <a:prstGeom prst="roundRect">
            <a:avLst>
              <a:gd name="adj" fmla="val 16164"/>
            </a:avLst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3265140"/>
            <a:ext cx="11720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Complete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20652" y="3169890"/>
            <a:ext cx="1618952" cy="377130"/>
          </a:xfrm>
          <a:prstGeom prst="roundRect">
            <a:avLst>
              <a:gd name="adj" fmla="val 16164"/>
            </a:avLst>
          </a:prstGeom>
          <a:solidFill>
            <a:srgbClr val="00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11152" y="3265140"/>
            <a:ext cx="12627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Scene Building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Veo 3 - Lesson 2: Prompting Mastery</dc:title>
  <dc:subject>AI Video Generation Prompting Techniques</dc:subject>
  <dc:creator>myAIcademy</dc:creator>
  <cp:lastModifiedBy>myAIcademy</cp:lastModifiedBy>
  <cp:revision>1</cp:revision>
  <dcterms:created xsi:type="dcterms:W3CDTF">2025-12-29T13:48:09Z</dcterms:created>
  <dcterms:modified xsi:type="dcterms:W3CDTF">2025-12-29T13:48:09Z</dcterms:modified>
</cp:coreProperties>
</file>